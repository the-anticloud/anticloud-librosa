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2026-10-02T11:06:50.177549Z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b75584739b79407f431cbd54bdd00907f35f102f46022c747847df468d74ca1c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2026-10-02T11:06:50.177549Z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