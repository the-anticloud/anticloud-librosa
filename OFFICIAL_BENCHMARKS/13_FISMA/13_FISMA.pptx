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13 Fisma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2026-10-02T11:06:51.861534Z | Framework ID: 13_FISMA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FISMA 2014, OMB Circular A-130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HIGH impact system; continuous monitoring via Observability module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impact: AUTHORIZED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append-only chain provides FISMA-compliant continuous monitoring evidence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7e6bc72ae3c53e077c06b6c47f807cbd7143b83cea805ab17e862db101fe38d7</a:t>
            </a:r>
          </a:p>
          <a:p>
            <a:r>
              <a:rPr sz="1000">
                <a:solidFill>
                  <a:srgbClr val="222222"/>
                </a:solidFill>
              </a:rPr>
              <a:t>  SHA3-256 (chain) | 9dd885c2ae48804f5612db5d7bf251dacdc13f9459aac16d191a9e4972053727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2026-10-02T11:06:51.861534Z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